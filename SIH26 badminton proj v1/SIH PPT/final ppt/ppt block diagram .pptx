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91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5D7C5-D834-61DD-B330-D69892F45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A5AEB5-F755-A159-6DB2-F8F147D0F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27AEE-9CE2-A056-249C-F225EFEC4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F182-30FB-4D10-AE7C-9318AD1378BF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653ED-0288-11BA-54B2-3FEFD3D9E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7CB24-4188-5F2B-6A36-4014CE5C8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2BD6B-2AE7-441C-9BE2-30D7FBA85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816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BD0CB-2C15-5C0A-341C-8749E4B91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281A6-0430-6EF5-3FB6-17C1EE356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95376-1B3A-EFE4-4C3D-EEE9D68C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F182-30FB-4D10-AE7C-9318AD1378BF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FF08F-BF0D-9471-2997-DDA7C7FE3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822BB-1752-8579-9979-3B6E083F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2BD6B-2AE7-441C-9BE2-30D7FBA85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937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8703-8BEC-2F53-56FE-2E950F3C0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78BC0-99F4-B3D6-1672-B3FAEB7CC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11EC6-6BDB-09EC-B667-105CA08A5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F182-30FB-4D10-AE7C-9318AD1378BF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D15E1-8491-F906-F2AB-49DB16F6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BF764-E7CF-33D0-8312-B655129D6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2BD6B-2AE7-441C-9BE2-30D7FBA85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603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DC1D0-6645-BA7F-8984-33F1AFD9D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27A16-2524-80C1-A115-527F931C7F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23F7D-C961-B41B-21AF-6D9D6E527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3D91C-AF00-2364-CC0F-04EA3098C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F182-30FB-4D10-AE7C-9318AD1378BF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58205-ED6D-E35D-6081-782D89B44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82772-0D42-BDAA-798A-6C586824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2BD6B-2AE7-441C-9BE2-30D7FBA85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010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B645D-B812-97E1-5913-D0359955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E95DF-ECEA-0195-DEF3-5CAA9C6BB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572F-AB09-C244-864D-FA884BF91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F51647-FBDF-C1CF-56A8-577517E87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6BAAAB-198F-3D60-42F4-F50A23A78A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41C9C2-FD15-E4F7-8FF9-A5DCCCCA3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F182-30FB-4D10-AE7C-9318AD1378BF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39CE0F-2029-B324-E3B6-A5CD23C27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8D84AF-85F1-00A7-E4A7-9F3FA6ADF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2BD6B-2AE7-441C-9BE2-30D7FBA85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775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A068B-C27C-1D32-434F-0816F8D62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0359F-3E90-12B8-F981-F5031356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F182-30FB-4D10-AE7C-9318AD1378BF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ADDF98-4987-8B40-A6DF-EFA1092B9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B04BAD-EE69-34C7-0327-6CD97914A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2BD6B-2AE7-441C-9BE2-30D7FBA85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35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EC3152-00B3-29CB-844F-0897B18F6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F182-30FB-4D10-AE7C-9318AD1378BF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AE365-99DB-52D0-B66D-C79406736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D2AF9-3FA9-69F9-F060-EB38C3C78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2BD6B-2AE7-441C-9BE2-30D7FBA85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479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E2B48-560B-A3F8-B1DD-15E976B89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49099-49ED-89A2-C0C5-3BD1CFBB7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E6028-DC9B-E518-B034-2848A0CA5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D8540-4675-D01B-61ED-73A53F2E5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F182-30FB-4D10-AE7C-9318AD1378BF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7FCD2-F6BC-832E-893D-626F3D0C6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17918-5F41-6EDD-5F00-93755E2D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2BD6B-2AE7-441C-9BE2-30D7FBA85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525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55274-5EC9-8D3D-F358-9A0197425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1970FE-57D7-17BE-E0A8-4733F3141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725D9-D23A-E476-472F-10AF4AF3B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A5E50-FCF8-A9A5-F09A-64CD8A2B5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F182-30FB-4D10-AE7C-9318AD1378BF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A8390-55D9-50C1-8E71-36C165CA0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2BC38-738F-56D2-8E70-B262F3F1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2BD6B-2AE7-441C-9BE2-30D7FBA85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455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FDF37-6088-3DFC-BC91-12E58BF67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EAFDB2-6714-84FE-A964-4C322EF32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BD1D4-7234-9856-2FD2-A855A25A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F182-30FB-4D10-AE7C-9318AD1378BF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609E8-61D1-CEB2-DEAD-0A5C0ED72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5E316-E784-30CF-5853-7A12A7D5E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2BD6B-2AE7-441C-9BE2-30D7FBA85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282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9C3C66-E0A0-E953-5A83-7B8604E6C0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DD829B-F207-2444-7877-1780B4A41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20D0E-49F5-FD2A-0003-C33609669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F182-30FB-4D10-AE7C-9318AD1378BF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FF9B4-E140-B5C3-D69A-4C184787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1B2C1-5D60-6190-1BA1-49DEE5AD9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2BD6B-2AE7-441C-9BE2-30D7FBA85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145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C30EF7-E670-0E4E-A308-27E870811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ED739-88C3-01F7-A0AF-668865C7B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B19AF-5640-D2A8-E298-D48377A4F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7F182-30FB-4D10-AE7C-9318AD1378BF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6D14D-D83F-F8AD-E45F-46A4F6B0F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6EE8D-53B8-9A54-6C79-57D3DCD277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2BD6B-2AE7-441C-9BE2-30D7FBA85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150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72F1784-E056-D509-1358-5FC4457607BE}"/>
              </a:ext>
            </a:extLst>
          </p:cNvPr>
          <p:cNvSpPr/>
          <p:nvPr/>
        </p:nvSpPr>
        <p:spPr>
          <a:xfrm>
            <a:off x="4807670" y="254523"/>
            <a:ext cx="1480008" cy="6693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Badminton Racket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46B8B52-8EBE-9899-F0A8-C307830A8AF0}"/>
              </a:ext>
            </a:extLst>
          </p:cNvPr>
          <p:cNvSpPr/>
          <p:nvPr/>
        </p:nvSpPr>
        <p:spPr>
          <a:xfrm>
            <a:off x="6711883" y="254523"/>
            <a:ext cx="1480008" cy="6693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MPU 6050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5C50152-CB5B-BE8A-D741-C971C18C93A2}"/>
              </a:ext>
            </a:extLst>
          </p:cNvPr>
          <p:cNvSpPr/>
          <p:nvPr/>
        </p:nvSpPr>
        <p:spPr>
          <a:xfrm>
            <a:off x="8616096" y="193248"/>
            <a:ext cx="3365368" cy="79185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+ Filtering +Wi-fi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(Swing + Hit Detection)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57C64C6-338C-85F4-43A6-1288DBDA8D17}"/>
              </a:ext>
            </a:extLst>
          </p:cNvPr>
          <p:cNvSpPr/>
          <p:nvPr/>
        </p:nvSpPr>
        <p:spPr>
          <a:xfrm>
            <a:off x="9142425" y="1211343"/>
            <a:ext cx="2312709" cy="73057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Web_Dashboard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\download.csv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697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Aswin Raaj</dc:creator>
  <cp:lastModifiedBy>Aswin Raaj</cp:lastModifiedBy>
  <cp:revision>2</cp:revision>
  <dcterms:created xsi:type="dcterms:W3CDTF">2026-09-26T04:18:11Z</dcterms:created>
  <dcterms:modified xsi:type="dcterms:W3CDTF">2026-09-26T04:19:30Z</dcterms:modified>
</cp:coreProperties>
</file>