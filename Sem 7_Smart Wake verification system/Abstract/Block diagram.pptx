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5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37B4-702D-2768-2C51-E36AACE46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72117-8A96-90FB-4E55-849F426AD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A0393-3C31-35EA-7200-28A76D0E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50F4E-4C12-9E71-D219-98283965A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EF945-0237-941B-A2AE-82ACD097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48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B2FB-CDBE-674C-1EC7-6DBD640A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8CC1-42A5-A9FB-FBDD-E2E5ADEE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6FFEC-B892-E9C1-31E4-DEFFEDF0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AD6C5-82DB-ACDE-9889-8A3192AD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D1350-6082-6C0A-C60E-E5EA2F75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7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0FF6-9333-4AE8-ED19-B9733DAB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85D22-D844-AA02-33A7-9A6033609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D1CF-981F-0B57-051A-4B80C7F54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C8F1-BCAF-3F12-8D78-047E4FAD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962B2-FE21-B2D7-D945-6D8B4D34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6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B94C-02AD-C55C-6415-712A6703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2B668-75D8-8D5D-ACD6-F4A71DBF5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60D8D-9686-9B82-986B-0D9F98F6B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5F600-E40A-63D6-3F2B-C1151698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8B2DF-336D-476E-1FD3-F2D59B00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0CE00-5052-FE11-DB90-95D7AE4F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930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FB1A-8810-869E-E4CD-37244E016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82CB2-5BB6-2C96-886A-299E53BA3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A370A-AF0C-CC55-2F46-4CD0A292F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A42BE-2E14-31BC-7122-371F74AE5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F94FC-EDE5-6B9C-C54C-240A73469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84158-0AA1-C667-95F3-DF07DD12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90D19-F97B-CAF1-5096-988237A73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0907C-BEC9-3FBB-5D8C-0DD022CA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2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A0A04-8433-DCEF-F705-027898CF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4240A-239A-78A0-BFDA-B1C426D7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1F7B4-4001-8ABA-BDFC-927F9DE7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34237-B77D-39AE-34EB-D67FC8B2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09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74623E-E3E9-8972-8C25-86E79483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C8F82-0702-F071-9125-526669BA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7F9DD-E9FA-2467-50CB-DC84C7A9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23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2C51-7035-398C-BB8C-845875D86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A0F3-71BD-6F90-0DCE-280DCB64A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D4055-7D37-BDAE-6462-59963CB77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0407F-F35A-38DE-E6ED-3AC3731E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2290E-CF57-EF6D-5252-D6AC315D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CD7D2-0B9F-68D7-1EEF-4E62DA4D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508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2C541-A754-DE56-337F-0865D84E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9E3F1-FFD0-9219-CC89-F6835F79D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271CF-E21C-8805-F009-9E1AD9F4F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99EFE-E94D-3C9D-C162-912F4D36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DE6E3-63A1-D481-A730-E60FB14C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63900-4F01-7C89-AF72-2D5B1286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74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B608-9C4E-8AA6-A428-6AECF08D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60021-4AC2-BF69-A501-473170120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8DBA2-C3A5-F154-E566-E03A7421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83A47-003A-D63D-ECC7-6CC3A662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AA0BA-2B0F-1ABE-EE57-E649D968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93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B53B3E-9263-3357-C955-1A981C13E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99134-1497-9B08-6A2D-B5C876FB6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BD318-9C53-6F5C-9828-7E4AC4EC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B0977-33C0-9689-BE0E-CA012C3A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11475-79FD-CB1B-0FFC-2B826A0B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0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1BD8E-A059-541E-F7F8-63B2DE097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3734B-E4A4-23A9-1799-2E51B5E72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63465-0114-C2FD-73E2-760169406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CFFAA-B2F6-4040-A858-E5D1C25D12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4C85-9D83-F0DB-3DC0-3D9900E24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33EE0-4F5C-8A93-1186-6C87A6C42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44FEA-D29E-410B-B312-989B922D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8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5E1A1C-6FD0-0691-FF98-09E78456B0C1}"/>
              </a:ext>
            </a:extLst>
          </p:cNvPr>
          <p:cNvSpPr/>
          <p:nvPr/>
        </p:nvSpPr>
        <p:spPr>
          <a:xfrm>
            <a:off x="630936" y="475491"/>
            <a:ext cx="1521583" cy="27798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D2A89-5FFA-E4E3-7FCD-CD87F5FF3814}"/>
              </a:ext>
            </a:extLst>
          </p:cNvPr>
          <p:cNvSpPr txBox="1"/>
          <p:nvPr/>
        </p:nvSpPr>
        <p:spPr>
          <a:xfrm>
            <a:off x="704088" y="651838"/>
            <a:ext cx="1709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 2410C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mmWave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0282A-7084-0CDF-E0E2-E68BC6CB0E86}"/>
              </a:ext>
            </a:extLst>
          </p:cNvPr>
          <p:cNvSpPr txBox="1"/>
          <p:nvPr/>
        </p:nvSpPr>
        <p:spPr>
          <a:xfrm>
            <a:off x="704088" y="1489365"/>
            <a:ext cx="1261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RTC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640FC-0345-523F-86A7-64E51B4D6939}"/>
              </a:ext>
            </a:extLst>
          </p:cNvPr>
          <p:cNvSpPr txBox="1"/>
          <p:nvPr/>
        </p:nvSpPr>
        <p:spPr>
          <a:xfrm>
            <a:off x="704088" y="1997738"/>
            <a:ext cx="1357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14568-F1B3-C648-A91A-7305DA7FAE33}"/>
              </a:ext>
            </a:extLst>
          </p:cNvPr>
          <p:cNvSpPr txBox="1"/>
          <p:nvPr/>
        </p:nvSpPr>
        <p:spPr>
          <a:xfrm>
            <a:off x="763524" y="2685744"/>
            <a:ext cx="1586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Visual output</a:t>
            </a:r>
          </a:p>
          <a:p>
            <a:r>
              <a:rPr lang="en-IN" sz="1600" dirty="0"/>
              <a:t>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5AC966-2976-034E-07B1-C48A7BF7297A}"/>
              </a:ext>
            </a:extLst>
          </p:cNvPr>
          <p:cNvSpPr txBox="1"/>
          <p:nvPr/>
        </p:nvSpPr>
        <p:spPr>
          <a:xfrm>
            <a:off x="612648" y="3848268"/>
            <a:ext cx="1801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buzzer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9CC270-20D1-603F-085C-4C91F8D7885E}"/>
              </a:ext>
            </a:extLst>
          </p:cNvPr>
          <p:cNvCxnSpPr>
            <a:cxnSpLocks/>
          </p:cNvCxnSpPr>
          <p:nvPr/>
        </p:nvCxnSpPr>
        <p:spPr>
          <a:xfrm>
            <a:off x="704088" y="1353312"/>
            <a:ext cx="14538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FCCEC5-EE47-B1FF-5C40-9F84BE5B1917}"/>
              </a:ext>
            </a:extLst>
          </p:cNvPr>
          <p:cNvCxnSpPr/>
          <p:nvPr/>
        </p:nvCxnSpPr>
        <p:spPr>
          <a:xfrm>
            <a:off x="704088" y="1892808"/>
            <a:ext cx="14538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704561-DC61-E225-77ED-743FC6326859}"/>
              </a:ext>
            </a:extLst>
          </p:cNvPr>
          <p:cNvCxnSpPr>
            <a:cxnSpLocks/>
          </p:cNvCxnSpPr>
          <p:nvPr/>
        </p:nvCxnSpPr>
        <p:spPr>
          <a:xfrm>
            <a:off x="612648" y="2697480"/>
            <a:ext cx="154533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42536B-C6B7-BA43-F7F3-9C593F486585}"/>
              </a:ext>
            </a:extLst>
          </p:cNvPr>
          <p:cNvCxnSpPr>
            <a:cxnSpLocks/>
          </p:cNvCxnSpPr>
          <p:nvPr/>
        </p:nvCxnSpPr>
        <p:spPr>
          <a:xfrm>
            <a:off x="630936" y="3253311"/>
            <a:ext cx="1521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848CCEF-4DE9-3668-A8D6-D7126548F7A4}"/>
              </a:ext>
            </a:extLst>
          </p:cNvPr>
          <p:cNvSpPr/>
          <p:nvPr/>
        </p:nvSpPr>
        <p:spPr>
          <a:xfrm>
            <a:off x="3264408" y="832104"/>
            <a:ext cx="1371600" cy="2075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670A93-EFB2-68D4-F2D7-F898F7DDE4C3}"/>
              </a:ext>
            </a:extLst>
          </p:cNvPr>
          <p:cNvSpPr txBox="1"/>
          <p:nvPr/>
        </p:nvSpPr>
        <p:spPr>
          <a:xfrm>
            <a:off x="3328416" y="1473976"/>
            <a:ext cx="1453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ESP32 - S3</a:t>
            </a:r>
          </a:p>
          <a:p>
            <a:r>
              <a:rPr lang="en-IN" dirty="0"/>
              <a:t>Dev-kit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6A96EEC-5ECF-91D3-D655-B2E81BD0C4A4}"/>
              </a:ext>
            </a:extLst>
          </p:cNvPr>
          <p:cNvCxnSpPr/>
          <p:nvPr/>
        </p:nvCxnSpPr>
        <p:spPr>
          <a:xfrm>
            <a:off x="2157984" y="944225"/>
            <a:ext cx="1106424" cy="40908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1C06D5D-BB13-591C-145A-3F8A817CE763}"/>
              </a:ext>
            </a:extLst>
          </p:cNvPr>
          <p:cNvCxnSpPr>
            <a:cxnSpLocks/>
          </p:cNvCxnSpPr>
          <p:nvPr/>
        </p:nvCxnSpPr>
        <p:spPr>
          <a:xfrm>
            <a:off x="2125980" y="1588651"/>
            <a:ext cx="1138428" cy="40414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E9AB47-9140-FBB3-7855-B3F072A64764}"/>
              </a:ext>
            </a:extLst>
          </p:cNvPr>
          <p:cNvCxnSpPr>
            <a:cxnSpLocks/>
          </p:cNvCxnSpPr>
          <p:nvPr/>
        </p:nvCxnSpPr>
        <p:spPr>
          <a:xfrm>
            <a:off x="2125980" y="2135123"/>
            <a:ext cx="1138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DFD39B-A1A6-E649-43B3-76B5FD06E7B4}"/>
              </a:ext>
            </a:extLst>
          </p:cNvPr>
          <p:cNvCxnSpPr>
            <a:cxnSpLocks/>
          </p:cNvCxnSpPr>
          <p:nvPr/>
        </p:nvCxnSpPr>
        <p:spPr>
          <a:xfrm flipH="1">
            <a:off x="2157984" y="2797463"/>
            <a:ext cx="1106424" cy="7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60C9CB0-07CE-9F60-C36E-A74E50A99A24}"/>
              </a:ext>
            </a:extLst>
          </p:cNvPr>
          <p:cNvSpPr/>
          <p:nvPr/>
        </p:nvSpPr>
        <p:spPr>
          <a:xfrm>
            <a:off x="612648" y="3749040"/>
            <a:ext cx="1353312" cy="5847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E7732B-2D34-B663-0F1B-E75502177960}"/>
              </a:ext>
            </a:extLst>
          </p:cNvPr>
          <p:cNvSpPr/>
          <p:nvPr/>
        </p:nvSpPr>
        <p:spPr>
          <a:xfrm>
            <a:off x="2276476" y="3600571"/>
            <a:ext cx="7283576" cy="88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E25AAE-C307-BCEB-FD31-AC5852E3C6A9}"/>
              </a:ext>
            </a:extLst>
          </p:cNvPr>
          <p:cNvSpPr txBox="1"/>
          <p:nvPr/>
        </p:nvSpPr>
        <p:spPr>
          <a:xfrm>
            <a:off x="2276476" y="3702841"/>
            <a:ext cx="114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Alarm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1EF6A8-6B7B-4CAF-06FE-B42C9D211E8B}"/>
              </a:ext>
            </a:extLst>
          </p:cNvPr>
          <p:cNvSpPr txBox="1"/>
          <p:nvPr/>
        </p:nvSpPr>
        <p:spPr>
          <a:xfrm>
            <a:off x="3223134" y="3709058"/>
            <a:ext cx="1389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Challenge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C559304-C8DE-E2BA-9A34-A0F615D7B70A}"/>
              </a:ext>
            </a:extLst>
          </p:cNvPr>
          <p:cNvCxnSpPr>
            <a:cxnSpLocks/>
          </p:cNvCxnSpPr>
          <p:nvPr/>
        </p:nvCxnSpPr>
        <p:spPr>
          <a:xfrm>
            <a:off x="3245868" y="3612736"/>
            <a:ext cx="0" cy="8804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0583533-296A-454B-6D27-BEB1DB37D4E8}"/>
              </a:ext>
            </a:extLst>
          </p:cNvPr>
          <p:cNvSpPr txBox="1"/>
          <p:nvPr/>
        </p:nvSpPr>
        <p:spPr>
          <a:xfrm>
            <a:off x="4446904" y="3722386"/>
            <a:ext cx="1389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Verification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F0FAB92-6E7B-E183-849F-70D117A1E4E0}"/>
              </a:ext>
            </a:extLst>
          </p:cNvPr>
          <p:cNvCxnSpPr>
            <a:cxnSpLocks/>
          </p:cNvCxnSpPr>
          <p:nvPr/>
        </p:nvCxnSpPr>
        <p:spPr>
          <a:xfrm>
            <a:off x="4453255" y="3626064"/>
            <a:ext cx="0" cy="8804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7350CCE-C1FF-0724-6E74-9C0815509B97}"/>
              </a:ext>
            </a:extLst>
          </p:cNvPr>
          <p:cNvSpPr txBox="1"/>
          <p:nvPr/>
        </p:nvSpPr>
        <p:spPr>
          <a:xfrm>
            <a:off x="5732395" y="3722386"/>
            <a:ext cx="1389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Wake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Stabilization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B4F0854-58FA-81E3-3EFD-F67ED82A473E}"/>
              </a:ext>
            </a:extLst>
          </p:cNvPr>
          <p:cNvCxnSpPr>
            <a:cxnSpLocks/>
          </p:cNvCxnSpPr>
          <p:nvPr/>
        </p:nvCxnSpPr>
        <p:spPr>
          <a:xfrm>
            <a:off x="5842380" y="3618953"/>
            <a:ext cx="0" cy="8804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5C3F6E3-BBD4-8ADF-00F4-017EA272A92B}"/>
              </a:ext>
            </a:extLst>
          </p:cNvPr>
          <p:cNvSpPr txBox="1"/>
          <p:nvPr/>
        </p:nvSpPr>
        <p:spPr>
          <a:xfrm>
            <a:off x="7066150" y="3702840"/>
            <a:ext cx="1389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Session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6B74855-1D0F-B79C-11BE-CBBC7A0EB724}"/>
              </a:ext>
            </a:extLst>
          </p:cNvPr>
          <p:cNvCxnSpPr>
            <a:cxnSpLocks/>
          </p:cNvCxnSpPr>
          <p:nvPr/>
        </p:nvCxnSpPr>
        <p:spPr>
          <a:xfrm>
            <a:off x="7030337" y="3655529"/>
            <a:ext cx="0" cy="8376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B64000-A4A1-E84F-D646-E3F48AD997B9}"/>
              </a:ext>
            </a:extLst>
          </p:cNvPr>
          <p:cNvSpPr txBox="1"/>
          <p:nvPr/>
        </p:nvSpPr>
        <p:spPr>
          <a:xfrm>
            <a:off x="8143241" y="3702840"/>
            <a:ext cx="1389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logger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076014-45FD-3F98-0016-647E6B3B3C04}"/>
              </a:ext>
            </a:extLst>
          </p:cNvPr>
          <p:cNvCxnSpPr>
            <a:cxnSpLocks/>
          </p:cNvCxnSpPr>
          <p:nvPr/>
        </p:nvCxnSpPr>
        <p:spPr>
          <a:xfrm>
            <a:off x="8107428" y="3655529"/>
            <a:ext cx="0" cy="8376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42C73B-8612-D99A-07E0-21E5FFF89C1C}"/>
              </a:ext>
            </a:extLst>
          </p:cNvPr>
          <p:cNvCxnSpPr>
            <a:cxnSpLocks/>
          </p:cNvCxnSpPr>
          <p:nvPr/>
        </p:nvCxnSpPr>
        <p:spPr>
          <a:xfrm flipH="1">
            <a:off x="1944051" y="4074368"/>
            <a:ext cx="3283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41F983C-4494-F70D-EE03-DE50D8BE3957}"/>
              </a:ext>
            </a:extLst>
          </p:cNvPr>
          <p:cNvSpPr/>
          <p:nvPr/>
        </p:nvSpPr>
        <p:spPr>
          <a:xfrm>
            <a:off x="5651875" y="1547452"/>
            <a:ext cx="1378462" cy="747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A95643-F6BB-BC47-01C9-5644C6C43448}"/>
              </a:ext>
            </a:extLst>
          </p:cNvPr>
          <p:cNvSpPr/>
          <p:nvPr/>
        </p:nvSpPr>
        <p:spPr>
          <a:xfrm>
            <a:off x="3917696" y="3300985"/>
            <a:ext cx="3863845" cy="2995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2992D7-16B8-B29F-934E-348E95A415D2}"/>
              </a:ext>
            </a:extLst>
          </p:cNvPr>
          <p:cNvSpPr txBox="1"/>
          <p:nvPr/>
        </p:nvSpPr>
        <p:spPr>
          <a:xfrm>
            <a:off x="3917696" y="3300985"/>
            <a:ext cx="399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Inside ESP32 – S3 Software Architecture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418D8B-8438-094F-BF0F-A9276CE66B60}"/>
              </a:ext>
            </a:extLst>
          </p:cNvPr>
          <p:cNvSpPr/>
          <p:nvPr/>
        </p:nvSpPr>
        <p:spPr>
          <a:xfrm>
            <a:off x="4279392" y="2907791"/>
            <a:ext cx="332868" cy="39319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8786EE-9FD6-5632-1222-C245B8EABE01}"/>
              </a:ext>
            </a:extLst>
          </p:cNvPr>
          <p:cNvSpPr/>
          <p:nvPr/>
        </p:nvSpPr>
        <p:spPr>
          <a:xfrm>
            <a:off x="5550408" y="1263357"/>
            <a:ext cx="1537085" cy="274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C80143-5693-188B-304A-03C69F6F02CC}"/>
              </a:ext>
            </a:extLst>
          </p:cNvPr>
          <p:cNvSpPr txBox="1"/>
          <p:nvPr/>
        </p:nvSpPr>
        <p:spPr>
          <a:xfrm>
            <a:off x="5677913" y="1263891"/>
            <a:ext cx="1285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Data Storage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B13E97-87F4-4030-E852-CFFBC229E7D9}"/>
              </a:ext>
            </a:extLst>
          </p:cNvPr>
          <p:cNvCxnSpPr/>
          <p:nvPr/>
        </p:nvCxnSpPr>
        <p:spPr>
          <a:xfrm>
            <a:off x="4612260" y="1827919"/>
            <a:ext cx="10396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1F4923-2865-1CDE-12E8-2844B9AB3937}"/>
              </a:ext>
            </a:extLst>
          </p:cNvPr>
          <p:cNvSpPr txBox="1"/>
          <p:nvPr/>
        </p:nvSpPr>
        <p:spPr>
          <a:xfrm>
            <a:off x="5588310" y="1634968"/>
            <a:ext cx="1533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SD card module</a:t>
            </a:r>
          </a:p>
          <a:p>
            <a:pPr algn="ctr"/>
            <a:r>
              <a:rPr lang="en-IN" sz="1600" dirty="0"/>
              <a:t>(SD card)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ACCFA4-A3A6-7169-433B-32389FAA9F22}"/>
              </a:ext>
            </a:extLst>
          </p:cNvPr>
          <p:cNvSpPr/>
          <p:nvPr/>
        </p:nvSpPr>
        <p:spPr>
          <a:xfrm>
            <a:off x="8778239" y="944224"/>
            <a:ext cx="2321177" cy="24101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452F1A-4E82-5DFF-C667-687A66861EE9}"/>
              </a:ext>
            </a:extLst>
          </p:cNvPr>
          <p:cNvSpPr/>
          <p:nvPr/>
        </p:nvSpPr>
        <p:spPr>
          <a:xfrm>
            <a:off x="8705088" y="670220"/>
            <a:ext cx="2404872" cy="274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E6CE4B-3F78-3845-06A4-171233D8CCE1}"/>
              </a:ext>
            </a:extLst>
          </p:cNvPr>
          <p:cNvSpPr txBox="1"/>
          <p:nvPr/>
        </p:nvSpPr>
        <p:spPr>
          <a:xfrm>
            <a:off x="8915400" y="670220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Python Dashboard</a:t>
            </a:r>
          </a:p>
          <a:p>
            <a:pPr algn="ctr"/>
            <a:r>
              <a:rPr lang="en-IN" dirty="0"/>
              <a:t>Analytics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4BF7B9-CDF4-F7E8-130D-D15080B573A6}"/>
              </a:ext>
            </a:extLst>
          </p:cNvPr>
          <p:cNvSpPr txBox="1"/>
          <p:nvPr/>
        </p:nvSpPr>
        <p:spPr>
          <a:xfrm>
            <a:off x="8915399" y="1353312"/>
            <a:ext cx="22571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Overview.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Performance.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Graphs.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Wake Stability Timeline.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Success/Failure Stats.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&amp; Insights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1C96461-7B20-3EAD-BA5B-0D2F19DB95D5}"/>
              </a:ext>
            </a:extLst>
          </p:cNvPr>
          <p:cNvCxnSpPr/>
          <p:nvPr/>
        </p:nvCxnSpPr>
        <p:spPr>
          <a:xfrm>
            <a:off x="7030337" y="1827919"/>
            <a:ext cx="17479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52D01EF-54CF-D89E-40AF-4AFE0C6895A0}"/>
              </a:ext>
            </a:extLst>
          </p:cNvPr>
          <p:cNvSpPr/>
          <p:nvPr/>
        </p:nvSpPr>
        <p:spPr>
          <a:xfrm>
            <a:off x="3026664" y="265176"/>
            <a:ext cx="1755648" cy="340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0358C-4C9A-8016-543E-4312FFD381B0}"/>
              </a:ext>
            </a:extLst>
          </p:cNvPr>
          <p:cNvSpPr txBox="1"/>
          <p:nvPr/>
        </p:nvSpPr>
        <p:spPr>
          <a:xfrm>
            <a:off x="3026664" y="282506"/>
            <a:ext cx="234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3.7V Li-Po Battery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B071C0-9B23-64CE-64A1-EFDEFED726A8}"/>
              </a:ext>
            </a:extLst>
          </p:cNvPr>
          <p:cNvCxnSpPr/>
          <p:nvPr/>
        </p:nvCxnSpPr>
        <p:spPr>
          <a:xfrm>
            <a:off x="3840480" y="605671"/>
            <a:ext cx="0" cy="226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46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E693AB-E2C6-28FD-9503-240B100FF10A}"/>
              </a:ext>
            </a:extLst>
          </p:cNvPr>
          <p:cNvSpPr/>
          <p:nvPr/>
        </p:nvSpPr>
        <p:spPr>
          <a:xfrm>
            <a:off x="4032504" y="1883664"/>
            <a:ext cx="7772923" cy="4718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0E20D-E0E3-2228-D8DE-50C0D0211F33}"/>
              </a:ext>
            </a:extLst>
          </p:cNvPr>
          <p:cNvSpPr/>
          <p:nvPr/>
        </p:nvSpPr>
        <p:spPr>
          <a:xfrm>
            <a:off x="11549395" y="3331818"/>
            <a:ext cx="256032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Merge 5">
            <a:extLst>
              <a:ext uri="{FF2B5EF4-FFF2-40B4-BE49-F238E27FC236}">
                <a16:creationId xmlns:a16="http://schemas.microsoft.com/office/drawing/2014/main" id="{E41D8F0D-982A-E8D7-82B9-86C7106A47A6}"/>
              </a:ext>
            </a:extLst>
          </p:cNvPr>
          <p:cNvSpPr/>
          <p:nvPr/>
        </p:nvSpPr>
        <p:spPr>
          <a:xfrm rot="15226930">
            <a:off x="9840291" y="2929665"/>
            <a:ext cx="2253016" cy="1824514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1AF10B-055F-7C57-E14B-615C470BF368}"/>
              </a:ext>
            </a:extLst>
          </p:cNvPr>
          <p:cNvSpPr/>
          <p:nvPr/>
        </p:nvSpPr>
        <p:spPr>
          <a:xfrm>
            <a:off x="5586984" y="5724144"/>
            <a:ext cx="4023360" cy="87782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DC0B69-D772-EB14-A720-5C7DD9024FBD}"/>
              </a:ext>
            </a:extLst>
          </p:cNvPr>
          <p:cNvSpPr/>
          <p:nvPr/>
        </p:nvSpPr>
        <p:spPr>
          <a:xfrm>
            <a:off x="11576304" y="3851411"/>
            <a:ext cx="256032" cy="27505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54BEB4-0D3A-67E2-1587-F9122D7779E0}"/>
              </a:ext>
            </a:extLst>
          </p:cNvPr>
          <p:cNvSpPr/>
          <p:nvPr/>
        </p:nvSpPr>
        <p:spPr>
          <a:xfrm>
            <a:off x="5458968" y="5129784"/>
            <a:ext cx="128016" cy="147218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25C12-0FA8-6708-4A9C-A051B0E65708}"/>
              </a:ext>
            </a:extLst>
          </p:cNvPr>
          <p:cNvSpPr/>
          <p:nvPr/>
        </p:nvSpPr>
        <p:spPr>
          <a:xfrm>
            <a:off x="9610344" y="5479521"/>
            <a:ext cx="128016" cy="11224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DC74BE-5212-87AB-3AE3-0CDDA8428804}"/>
              </a:ext>
            </a:extLst>
          </p:cNvPr>
          <p:cNvSpPr/>
          <p:nvPr/>
        </p:nvSpPr>
        <p:spPr>
          <a:xfrm>
            <a:off x="7242048" y="1883664"/>
            <a:ext cx="210312" cy="62179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984943-A267-D84D-5DFF-CC35E57984A3}"/>
              </a:ext>
            </a:extLst>
          </p:cNvPr>
          <p:cNvSpPr/>
          <p:nvPr/>
        </p:nvSpPr>
        <p:spPr>
          <a:xfrm>
            <a:off x="4864608" y="3209545"/>
            <a:ext cx="594360" cy="8046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080D05-B0FD-A33E-5A58-FB8CB2F85F1C}"/>
              </a:ext>
            </a:extLst>
          </p:cNvPr>
          <p:cNvSpPr/>
          <p:nvPr/>
        </p:nvSpPr>
        <p:spPr>
          <a:xfrm>
            <a:off x="5893308" y="2505456"/>
            <a:ext cx="2907792" cy="14630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erge 14">
            <a:extLst>
              <a:ext uri="{FF2B5EF4-FFF2-40B4-BE49-F238E27FC236}">
                <a16:creationId xmlns:a16="http://schemas.microsoft.com/office/drawing/2014/main" id="{CB02D0DB-E7E4-7E60-AEA8-3F12AD838647}"/>
              </a:ext>
            </a:extLst>
          </p:cNvPr>
          <p:cNvSpPr/>
          <p:nvPr/>
        </p:nvSpPr>
        <p:spPr>
          <a:xfrm rot="16200000">
            <a:off x="2711744" y="2424899"/>
            <a:ext cx="2641521" cy="2180844"/>
          </a:xfrm>
          <a:prstGeom prst="flowChartMerge">
            <a:avLst/>
          </a:prstGeom>
          <a:noFill/>
          <a:ln w="3810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2972683165">
                  <a:custGeom>
                    <a:avLst/>
                    <a:gdLst>
                      <a:gd name="csX0" fmla="*/ 0 w 2641521"/>
                      <a:gd name="csY0" fmla="*/ 0 h 2180844"/>
                      <a:gd name="csX1" fmla="*/ 501889 w 2641521"/>
                      <a:gd name="csY1" fmla="*/ 0 h 2180844"/>
                      <a:gd name="csX2" fmla="*/ 1003778 w 2641521"/>
                      <a:gd name="csY2" fmla="*/ 0 h 2180844"/>
                      <a:gd name="csX3" fmla="*/ 1584913 w 2641521"/>
                      <a:gd name="csY3" fmla="*/ 0 h 2180844"/>
                      <a:gd name="csX4" fmla="*/ 2060386 w 2641521"/>
                      <a:gd name="csY4" fmla="*/ 0 h 2180844"/>
                      <a:gd name="csX5" fmla="*/ 2641521 w 2641521"/>
                      <a:gd name="csY5" fmla="*/ 0 h 2180844"/>
                      <a:gd name="csX6" fmla="*/ 2390576 w 2641521"/>
                      <a:gd name="csY6" fmla="*/ 414360 h 2180844"/>
                      <a:gd name="csX7" fmla="*/ 2139632 w 2641521"/>
                      <a:gd name="csY7" fmla="*/ 828721 h 2180844"/>
                      <a:gd name="csX8" fmla="*/ 1849064 w 2641521"/>
                      <a:gd name="csY8" fmla="*/ 1308506 h 2180844"/>
                      <a:gd name="csX9" fmla="*/ 1598120 w 2641521"/>
                      <a:gd name="csY9" fmla="*/ 1722867 h 2180844"/>
                      <a:gd name="csX10" fmla="*/ 1320760 w 2641521"/>
                      <a:gd name="csY10" fmla="*/ 2180844 h 2180844"/>
                      <a:gd name="csX11" fmla="*/ 1083023 w 2641521"/>
                      <a:gd name="csY11" fmla="*/ 1788292 h 2180844"/>
                      <a:gd name="csX12" fmla="*/ 805664 w 2641521"/>
                      <a:gd name="csY12" fmla="*/ 1330315 h 2180844"/>
                      <a:gd name="csX13" fmla="*/ 541512 w 2641521"/>
                      <a:gd name="csY13" fmla="*/ 894146 h 2180844"/>
                      <a:gd name="csX14" fmla="*/ 264152 w 2641521"/>
                      <a:gd name="csY14" fmla="*/ 436169 h 2180844"/>
                      <a:gd name="csX15" fmla="*/ 0 w 2641521"/>
                      <a:gd name="csY15" fmla="*/ 0 h 21808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2641521" h="2180844" extrusionOk="0">
                        <a:moveTo>
                          <a:pt x="0" y="0"/>
                        </a:moveTo>
                        <a:cubicBezTo>
                          <a:pt x="214664" y="-14485"/>
                          <a:pt x="312949" y="35598"/>
                          <a:pt x="501889" y="0"/>
                        </a:cubicBezTo>
                        <a:cubicBezTo>
                          <a:pt x="690829" y="-35598"/>
                          <a:pt x="881539" y="1599"/>
                          <a:pt x="1003778" y="0"/>
                        </a:cubicBezTo>
                        <a:cubicBezTo>
                          <a:pt x="1126017" y="-1599"/>
                          <a:pt x="1410754" y="63658"/>
                          <a:pt x="1584913" y="0"/>
                        </a:cubicBezTo>
                        <a:cubicBezTo>
                          <a:pt x="1759073" y="-63658"/>
                          <a:pt x="1907486" y="3667"/>
                          <a:pt x="2060386" y="0"/>
                        </a:cubicBezTo>
                        <a:cubicBezTo>
                          <a:pt x="2213286" y="-3667"/>
                          <a:pt x="2508697" y="25942"/>
                          <a:pt x="2641521" y="0"/>
                        </a:cubicBezTo>
                        <a:cubicBezTo>
                          <a:pt x="2566263" y="148902"/>
                          <a:pt x="2495748" y="207583"/>
                          <a:pt x="2390576" y="414360"/>
                        </a:cubicBezTo>
                        <a:cubicBezTo>
                          <a:pt x="2285404" y="621137"/>
                          <a:pt x="2173731" y="728207"/>
                          <a:pt x="2139632" y="828721"/>
                        </a:cubicBezTo>
                        <a:cubicBezTo>
                          <a:pt x="2105533" y="929235"/>
                          <a:pt x="1905240" y="1196052"/>
                          <a:pt x="1849064" y="1308506"/>
                        </a:cubicBezTo>
                        <a:cubicBezTo>
                          <a:pt x="1792889" y="1420960"/>
                          <a:pt x="1659126" y="1586862"/>
                          <a:pt x="1598120" y="1722867"/>
                        </a:cubicBezTo>
                        <a:cubicBezTo>
                          <a:pt x="1537114" y="1858872"/>
                          <a:pt x="1408181" y="1989363"/>
                          <a:pt x="1320760" y="2180844"/>
                        </a:cubicBezTo>
                        <a:cubicBezTo>
                          <a:pt x="1220794" y="2051265"/>
                          <a:pt x="1214614" y="1958234"/>
                          <a:pt x="1083023" y="1788292"/>
                        </a:cubicBezTo>
                        <a:cubicBezTo>
                          <a:pt x="951432" y="1618350"/>
                          <a:pt x="936498" y="1440994"/>
                          <a:pt x="805664" y="1330315"/>
                        </a:cubicBezTo>
                        <a:cubicBezTo>
                          <a:pt x="674830" y="1219636"/>
                          <a:pt x="648726" y="1068897"/>
                          <a:pt x="541512" y="894146"/>
                        </a:cubicBezTo>
                        <a:cubicBezTo>
                          <a:pt x="434297" y="719395"/>
                          <a:pt x="342242" y="556233"/>
                          <a:pt x="264152" y="436169"/>
                        </a:cubicBezTo>
                        <a:cubicBezTo>
                          <a:pt x="186062" y="316105"/>
                          <a:pt x="94334" y="8629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1B1C73-1906-0F92-FF3F-913716245F96}"/>
              </a:ext>
            </a:extLst>
          </p:cNvPr>
          <p:cNvSpPr/>
          <p:nvPr/>
        </p:nvSpPr>
        <p:spPr>
          <a:xfrm>
            <a:off x="999230" y="2170531"/>
            <a:ext cx="1919745" cy="2788921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B149BB-E72F-0326-E99A-75FE76929814}"/>
              </a:ext>
            </a:extLst>
          </p:cNvPr>
          <p:cNvSpPr/>
          <p:nvPr/>
        </p:nvSpPr>
        <p:spPr>
          <a:xfrm>
            <a:off x="1261872" y="2323674"/>
            <a:ext cx="1421892" cy="565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E7BB9B-194E-6D43-6CFF-7CC1D4B6D1E8}"/>
              </a:ext>
            </a:extLst>
          </p:cNvPr>
          <p:cNvSpPr txBox="1"/>
          <p:nvPr/>
        </p:nvSpPr>
        <p:spPr>
          <a:xfrm>
            <a:off x="1359798" y="2406534"/>
            <a:ext cx="1335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ESP32-S3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DDB1DA-17B3-13E9-6904-41A1F3464E68}"/>
              </a:ext>
            </a:extLst>
          </p:cNvPr>
          <p:cNvSpPr/>
          <p:nvPr/>
        </p:nvSpPr>
        <p:spPr>
          <a:xfrm>
            <a:off x="1221373" y="3789018"/>
            <a:ext cx="1499616" cy="2377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BAA25D2-CB7E-B8C6-0D3C-89023DFE49CC}"/>
              </a:ext>
            </a:extLst>
          </p:cNvPr>
          <p:cNvSpPr/>
          <p:nvPr/>
        </p:nvSpPr>
        <p:spPr>
          <a:xfrm>
            <a:off x="1226316" y="4242816"/>
            <a:ext cx="1499616" cy="23774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A9A306-C99B-EFB7-B211-6CE1F9A089AF}"/>
              </a:ext>
            </a:extLst>
          </p:cNvPr>
          <p:cNvSpPr txBox="1"/>
          <p:nvPr/>
        </p:nvSpPr>
        <p:spPr>
          <a:xfrm>
            <a:off x="1748790" y="348207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BFE371-203F-A640-7991-0A74EC2386AF}"/>
              </a:ext>
            </a:extLst>
          </p:cNvPr>
          <p:cNvSpPr txBox="1"/>
          <p:nvPr/>
        </p:nvSpPr>
        <p:spPr>
          <a:xfrm>
            <a:off x="1415912" y="442212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6BAA80-014E-CE93-B599-27C4EF0A0AC6}"/>
              </a:ext>
            </a:extLst>
          </p:cNvPr>
          <p:cNvSpPr/>
          <p:nvPr/>
        </p:nvSpPr>
        <p:spPr>
          <a:xfrm>
            <a:off x="5586984" y="3369945"/>
            <a:ext cx="227076" cy="28765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2E3A00-9AAD-FD28-3D25-694D990145F3}"/>
              </a:ext>
            </a:extLst>
          </p:cNvPr>
          <p:cNvCxnSpPr/>
          <p:nvPr/>
        </p:nvCxnSpPr>
        <p:spPr>
          <a:xfrm flipH="1">
            <a:off x="5458968" y="3510915"/>
            <a:ext cx="1280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B517F1E-57BF-76DC-4940-F05887E5BE74}"/>
              </a:ext>
            </a:extLst>
          </p:cNvPr>
          <p:cNvSpPr txBox="1"/>
          <p:nvPr/>
        </p:nvSpPr>
        <p:spPr>
          <a:xfrm>
            <a:off x="10125218" y="2520172"/>
            <a:ext cx="2296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HLK-LD2410C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246DA14-8DCB-952B-D57F-F41DB5B055B6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1123437" y="2724851"/>
            <a:ext cx="553974" cy="60696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84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88</Words>
  <Application>Microsoft Office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 Raaj</dc:creator>
  <cp:lastModifiedBy>Aswin Raaj</cp:lastModifiedBy>
  <cp:revision>12</cp:revision>
  <dcterms:created xsi:type="dcterms:W3CDTF">2026-07-07T04:30:41Z</dcterms:created>
  <dcterms:modified xsi:type="dcterms:W3CDTF">2026-07-24T08:35:25Z</dcterms:modified>
</cp:coreProperties>
</file>